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Newsreader"/>
      <p:regular r:id="rId10"/>
      <p:bold r:id="rId11"/>
      <p:italic r:id="rId12"/>
      <p:boldItalic r:id="rId13"/>
    </p:embeddedFont>
    <p:embeddedFont>
      <p:font typeface="DM Sans Light"/>
      <p:regular r:id="rId14"/>
      <p:bold r:id="rId15"/>
      <p:italic r:id="rId16"/>
      <p:boldItalic r:id="rId17"/>
    </p:embeddedFont>
    <p:embeddedFont>
      <p:font typeface="DM Sans SemiBold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  <p:embeddedFont>
      <p:font typeface="Newsreader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DMSansSemiBold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DMSansSemiBold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26" Type="http://schemas.openxmlformats.org/officeDocument/2006/relationships/font" Target="fonts/NewsreaderSemiBold-regular.fntdata"/><Relationship Id="rId25" Type="http://schemas.openxmlformats.org/officeDocument/2006/relationships/font" Target="fonts/DMSans-boldItalic.fntdata"/><Relationship Id="rId28" Type="http://schemas.openxmlformats.org/officeDocument/2006/relationships/font" Target="fonts/NewsreaderSemiBold-italic.fntdata"/><Relationship Id="rId27" Type="http://schemas.openxmlformats.org/officeDocument/2006/relationships/font" Target="fonts/NewsreaderSemiBold-bold.fntdata"/><Relationship Id="rId29" Type="http://schemas.openxmlformats.org/officeDocument/2006/relationships/font" Target="fonts/NewsreaderSemiBold-boldItalic.fntdata"/><Relationship Id="rId11" Type="http://schemas.openxmlformats.org/officeDocument/2006/relationships/font" Target="fonts/Newsreader-bold.fntdata"/><Relationship Id="rId10" Type="http://schemas.openxmlformats.org/officeDocument/2006/relationships/font" Target="fonts/Newsreader-regular.fntdata"/><Relationship Id="rId13" Type="http://schemas.openxmlformats.org/officeDocument/2006/relationships/font" Target="fonts/Newsreader-boldItalic.fntdata"/><Relationship Id="rId12" Type="http://schemas.openxmlformats.org/officeDocument/2006/relationships/font" Target="fonts/Newsreader-italic.fntdata"/><Relationship Id="rId15" Type="http://schemas.openxmlformats.org/officeDocument/2006/relationships/font" Target="fonts/DMSansLight-bold.fntdata"/><Relationship Id="rId14" Type="http://schemas.openxmlformats.org/officeDocument/2006/relationships/font" Target="fonts/DMSansLight-regular.fntdata"/><Relationship Id="rId17" Type="http://schemas.openxmlformats.org/officeDocument/2006/relationships/font" Target="fonts/DMSansLight-boldItalic.fntdata"/><Relationship Id="rId16" Type="http://schemas.openxmlformats.org/officeDocument/2006/relationships/font" Target="fonts/DMSansLight-italic.fntdata"/><Relationship Id="rId19" Type="http://schemas.openxmlformats.org/officeDocument/2006/relationships/font" Target="fonts/DMSansSemiBold-bold.fntdata"/><Relationship Id="rId18" Type="http://schemas.openxmlformats.org/officeDocument/2006/relationships/font" Target="fonts/DMSa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8db0b74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c8db0b74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8db0b74eb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8db0b74eb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8db0b74eb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c8db0b74eb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7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85" name="Google Shape;85;p1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91" name="Google Shape;91;p1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95" name="Google Shape;95;p19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0" name="Google Shape;100;p19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07" name="Google Shape;107;p20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0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1" name="Google Shape;111;p20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1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1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1" name="Google Shape;121;p21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22" name="Google Shape;122;p21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3" name="Google Shape;123;p21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1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34" name="Google Shape;134;p22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22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6" name="Google Shape;136;p22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7" name="Google Shape;147;p23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8" name="Google Shape;148;p23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49" name="Google Shape;149;p23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0" name="Google Shape;150;p23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1" name="Google Shape;151;p23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3" name="Google Shape;153;p23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7" name="Google Shape;157;p23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23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24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4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25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82" name="Google Shape;182;p25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88" name="Google Shape;188;p26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9" name="Google Shape;189;p26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6" name="Google Shape;196;p27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28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4" name="Google Shape;204;p28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07" name="Google Shape;207;p28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9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9" name="Google Shape;219;p29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9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4" name="Google Shape;224;p29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5" name="Google Shape;225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30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0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232" name="Google Shape;232;p30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1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32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3" name="Google Shape;243;p32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5" name="Google Shape;245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2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33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2" name="Google Shape;252;p33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53" name="Google Shape;253;p33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34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8" name="Google Shape;258;p34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59" name="Google Shape;259;p34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3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3" name="Google Shape;263;p3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5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65" name="Google Shape;265;p35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5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68" name="Google Shape;268;p36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72" name="Google Shape;272;p36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3" name="Google Shape;273;p36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74" name="Google Shape;274;p36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76" name="Google Shape;276;p37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7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0" name="Google Shape;280;p37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38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38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8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38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38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8" name="Google Shape;288;p3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38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38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38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2" name="Google Shape;292;p38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8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38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38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6" name="Google Shape;296;p38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7" name="Google Shape;297;p38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8" name="Google Shape;298;p38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38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02" name="Google Shape;302;p39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3" name="Google Shape;303;p39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39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305" name="Google Shape;305;p39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9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9" name="Google Shape;309;p39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0" name="Google Shape;310;p39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1" name="Google Shape;311;p39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312" name="Google Shape;312;p39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3" name="Google Shape;313;p39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316" name="Google Shape;316;p4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1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41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1" name="Google Shape;321;p41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2" name="Google Shape;322;p41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3" name="Google Shape;323;p41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1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1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6" name="Google Shape;326;p41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41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41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" name="Google Shape;329;p41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4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2" name="Google Shape;332;p41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" name="Google Shape;333;p41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4" name="Google Shape;334;p41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" name="Google Shape;335;p41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6" name="Google Shape;336;p41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41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7" name="Google Shape;347;p42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8" name="Google Shape;348;p42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9" name="Google Shape;349;p42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2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1" name="Google Shape;351;p42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2" name="Google Shape;352;p42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3" name="Google Shape;353;p42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42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5" name="Google Shape;355;p42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56" name="Google Shape;356;p42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57" name="Google Shape;357;p42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58" name="Google Shape;358;p42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59" name="Google Shape;359;p42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0" name="Google Shape;360;p42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1" name="Google Shape;361;p42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42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3" name="Google Shape;363;p42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4" name="Google Shape;364;p42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5" name="Google Shape;365;p42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66" name="Google Shape;366;p42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67" name="Google Shape;367;p42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42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69" name="Google Shape;369;p42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42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1" name="Google Shape;371;p42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2" name="Google Shape;372;p42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3" name="Google Shape;373;p42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42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75" name="Google Shape;375;p42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76" name="Google Shape;376;p42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77" name="Google Shape;377;p42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79" name="Google Shape;379;p4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0" name="Google Shape;380;p42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3" name="Google Shape;383;p43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84" name="Google Shape;384;p43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3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6" name="Google Shape;386;p4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43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2" name="Google Shape;392;p44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93" name="Google Shape;393;p44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4" name="Google Shape;394;p44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5" name="Google Shape;395;p44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44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7" name="Google Shape;397;p44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8" name="Google Shape;398;p44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" name="Google Shape;399;p44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" name="Google Shape;400;p44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1" name="Google Shape;401;p44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4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44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7" name="Google Shape;407;p45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4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6" name="Google Shape;41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" name="Google Shape;419;p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0" name="Google Shape;420;p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5" name="Google Shape;425;p5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0" name="Google Shape;430;p5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1" name="Google Shape;431;p5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6" name="Google Shape;436;p5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5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5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5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5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4" name="Google Shape;444;p5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5" name="Google Shape;445;p5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9" name="Google Shape;449;p5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52" name="Google Shape;452;p5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3" name="Google Shape;453;p5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4" name="Google Shape;454;p5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5" name="Google Shape;455;p5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8" name="Google Shape;458;p6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60" name="Google Shape;460;p6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1" name="Google Shape;461;p6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6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6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7" name="Google Shape;467;p6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9" name="Google Shape;469;p6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70" name="Google Shape;470;p6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1" name="Google Shape;471;p6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2" name="Google Shape;472;p6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3" name="Google Shape;473;p6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9" name="Google Shape;479;p6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4" name="Google Shape;484;p6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87" name="Google Shape;487;p6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6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6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0" name="Google Shape;490;p6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92" name="Google Shape;492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6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4" name="Google Shape;494;p6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95" name="Google Shape;495;p6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6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6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2" name="Google Shape;502;p6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3" name="Google Shape;503;p6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4" name="Google Shape;504;p6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6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6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513" name="Google Shape;513;p67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67"/>
          <p:cNvSpPr txBox="1"/>
          <p:nvPr>
            <p:ph type="title"/>
          </p:nvPr>
        </p:nvSpPr>
        <p:spPr>
          <a:xfrm>
            <a:off x="361975" y="923525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Report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</a:t>
            </a:r>
            <a:endParaRPr/>
          </a:p>
        </p:txBody>
      </p:sp>
      <p:sp>
        <p:nvSpPr>
          <p:cNvPr id="515" name="Google Shape;515;p67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67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8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 manager update</a:t>
            </a:r>
            <a:endParaRPr/>
          </a:p>
        </p:txBody>
      </p:sp>
      <p:sp>
        <p:nvSpPr>
          <p:cNvPr id="522" name="Google Shape;522;p68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6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68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25" name="Google Shape;525;p68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0950" y="1454195"/>
            <a:ext cx="3822126" cy="151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0950" y="3175375"/>
            <a:ext cx="3822125" cy="1534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9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Demonstration of current wxWidgets progress</a:t>
            </a:r>
            <a:endParaRPr/>
          </a:p>
        </p:txBody>
      </p:sp>
      <p:sp>
        <p:nvSpPr>
          <p:cNvPr id="533" name="Google Shape;533;p69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6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5" name="Google Shape;535;p6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DAW Project Report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glass ceiling" id="536" name="Google Shape;536;p69"/>
          <p:cNvPicPr preferRelativeResize="0"/>
          <p:nvPr/>
        </p:nvPicPr>
        <p:blipFill rotWithShape="1">
          <a:blip r:embed="rId3">
            <a:alphaModFix/>
          </a:blip>
          <a:srcRect b="10956" l="0" r="0" t="10956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