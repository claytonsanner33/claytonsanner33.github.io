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6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8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5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58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8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7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2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61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5036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01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8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64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48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4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37CCBD-5EF5-42A4-9819-C4CAC8253FD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F0100-2004-4F3F-9B20-30A2F2260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36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7775-680E-B63E-DE34-AF7F8DDFF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Report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FE417-9FE7-65C0-5593-F38AA5A839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audio workstation – </a:t>
            </a:r>
            <a:r>
              <a:rPr lang="en-US" dirty="0" err="1"/>
              <a:t>brandon</a:t>
            </a:r>
            <a:r>
              <a:rPr lang="en-US" dirty="0"/>
              <a:t> smith, </a:t>
            </a:r>
            <a:r>
              <a:rPr lang="en-US" dirty="0" err="1"/>
              <a:t>alice</a:t>
            </a:r>
            <a:r>
              <a:rPr lang="en-US" dirty="0"/>
              <a:t> </a:t>
            </a:r>
            <a:r>
              <a:rPr lang="en-US" dirty="0" err="1"/>
              <a:t>bruce</a:t>
            </a:r>
            <a:r>
              <a:rPr lang="en-US" dirty="0"/>
              <a:t>, clayton </a:t>
            </a:r>
            <a:r>
              <a:rPr lang="en-US" dirty="0" err="1"/>
              <a:t>sanner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0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B6A9-57A9-1BC7-44C6-D326F545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Attempted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0610-38BB-D0BF-43B4-43724B8E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Translating previous </a:t>
            </a:r>
            <a:r>
              <a:rPr lang="en-US" dirty="0" err="1"/>
              <a:t>gameEngine</a:t>
            </a:r>
            <a:r>
              <a:rPr lang="en-US" dirty="0"/>
              <a:t> code to </a:t>
            </a:r>
            <a:r>
              <a:rPr lang="en-US" dirty="0" err="1"/>
              <a:t>wxWidgets</a:t>
            </a:r>
            <a:endParaRPr lang="en-US" dirty="0"/>
          </a:p>
          <a:p>
            <a:r>
              <a:rPr lang="en-US" dirty="0"/>
              <a:t>Creating a import command and button</a:t>
            </a:r>
          </a:p>
          <a:p>
            <a:r>
              <a:rPr lang="en-US" dirty="0"/>
              <a:t>Better understanding the </a:t>
            </a:r>
            <a:r>
              <a:rPr lang="en-US" dirty="0" err="1"/>
              <a:t>wxWidgets</a:t>
            </a:r>
            <a:r>
              <a:rPr lang="en-US" dirty="0"/>
              <a:t>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81CB9-5619-4544-6424-78A9CC494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129223"/>
            <a:ext cx="2381250" cy="17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D841AB-E637-09B6-D509-C0B125DA6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95712"/>
            <a:ext cx="57150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2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F632-B110-8087-139B-1CABBE1A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476B7-CD8D-7A41-56EC-D162D6EC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wxWidgets</a:t>
            </a:r>
            <a:r>
              <a:rPr lang="en-US" dirty="0"/>
              <a:t> library complexity was higher than expected causing greater issues in the development process</a:t>
            </a:r>
          </a:p>
          <a:p>
            <a:r>
              <a:rPr lang="en-US" dirty="0"/>
              <a:t>Time / work constraints brought on by external factors</a:t>
            </a:r>
          </a:p>
          <a:p>
            <a:r>
              <a:rPr lang="en-US" dirty="0"/>
              <a:t>Scope understanding from the previous week</a:t>
            </a:r>
          </a:p>
        </p:txBody>
      </p:sp>
    </p:spTree>
    <p:extLst>
      <p:ext uri="{BB962C8B-B14F-4D97-AF65-F5344CB8AC3E}">
        <p14:creationId xmlns:p14="http://schemas.microsoft.com/office/powerpoint/2010/main" val="2697388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7C7FF-7763-5D44-3CB7-502FB36B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B3B1B-EA30-A912-A524-8D388D4EB8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72" y="4449294"/>
            <a:ext cx="11698333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07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66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Ion</vt:lpstr>
      <vt:lpstr>Weekly Report 3</vt:lpstr>
      <vt:lpstr>Work Attempted </vt:lpstr>
      <vt:lpstr>Issues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Sanner</dc:creator>
  <cp:lastModifiedBy>Clayton Sanner</cp:lastModifiedBy>
  <cp:revision>1</cp:revision>
  <dcterms:created xsi:type="dcterms:W3CDTF">2026-02-11T04:00:29Z</dcterms:created>
  <dcterms:modified xsi:type="dcterms:W3CDTF">2026-02-11T04:12:01Z</dcterms:modified>
</cp:coreProperties>
</file>