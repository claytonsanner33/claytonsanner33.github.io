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Newsreader"/>
      <p:regular r:id="rId12"/>
      <p:bold r:id="rId13"/>
      <p:italic r:id="rId14"/>
      <p:boldItalic r:id="rId15"/>
    </p:embeddedFont>
    <p:embeddedFont>
      <p:font typeface="DM Sans Light"/>
      <p:regular r:id="rId16"/>
      <p:bold r:id="rId17"/>
      <p:italic r:id="rId18"/>
      <p:boldItalic r:id="rId19"/>
    </p:embeddedFont>
    <p:embeddedFont>
      <p:font typeface="DM Sans SemiBold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  <p:embeddedFont>
      <p:font typeface="Newsreader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ewsreaderSemiBold-boldItalic.fntdata"/><Relationship Id="rId30" Type="http://schemas.openxmlformats.org/officeDocument/2006/relationships/font" Target="fonts/NewsreaderSemiBold-italic.fntdata"/><Relationship Id="rId20" Type="http://schemas.openxmlformats.org/officeDocument/2006/relationships/font" Target="fonts/DMSansSemiBold-regular.fntdata"/><Relationship Id="rId22" Type="http://schemas.openxmlformats.org/officeDocument/2006/relationships/font" Target="fonts/DMSansSemiBold-italic.fntdata"/><Relationship Id="rId21" Type="http://schemas.openxmlformats.org/officeDocument/2006/relationships/font" Target="fonts/DMSansSemiBold-bold.fntdata"/><Relationship Id="rId24" Type="http://schemas.openxmlformats.org/officeDocument/2006/relationships/font" Target="fonts/DMSans-regular.fntdata"/><Relationship Id="rId23" Type="http://schemas.openxmlformats.org/officeDocument/2006/relationships/font" Target="fonts/DMSansSemiBold-boldItalic.fntdata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8" Type="http://schemas.openxmlformats.org/officeDocument/2006/relationships/font" Target="fonts/NewsreaderSemiBold-regular.fntdata"/><Relationship Id="rId27" Type="http://schemas.openxmlformats.org/officeDocument/2006/relationships/font" Target="fonts/DMSans-boldItalic.fntdata"/><Relationship Id="rId29" Type="http://schemas.openxmlformats.org/officeDocument/2006/relationships/font" Target="fonts/Newsreader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ewsreader-bold.fntdata"/><Relationship Id="rId12" Type="http://schemas.openxmlformats.org/officeDocument/2006/relationships/font" Target="fonts/Newsreader-regular.fntdata"/><Relationship Id="rId15" Type="http://schemas.openxmlformats.org/officeDocument/2006/relationships/font" Target="fonts/Newsreader-boldItalic.fntdata"/><Relationship Id="rId14" Type="http://schemas.openxmlformats.org/officeDocument/2006/relationships/font" Target="fonts/Newsreader-italic.fntdata"/><Relationship Id="rId17" Type="http://schemas.openxmlformats.org/officeDocument/2006/relationships/font" Target="fonts/DMSansLight-bold.fntdata"/><Relationship Id="rId16" Type="http://schemas.openxmlformats.org/officeDocument/2006/relationships/font" Target="fonts/DMSansLight-regular.fntdata"/><Relationship Id="rId19" Type="http://schemas.openxmlformats.org/officeDocument/2006/relationships/font" Target="fonts/DMSansLight-boldItalic.fntdata"/><Relationship Id="rId18" Type="http://schemas.openxmlformats.org/officeDocument/2006/relationships/font" Target="fonts/DMSans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8db0b74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c8db0b74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8db0b74eb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c8db0b74eb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d0cc4bfa9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d0cc4bfa9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25ab3bb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d25ab3bb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d0cc4bfa9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d0cc4bfa9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13" name="Google Shape;513;p67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Report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</a:t>
            </a:r>
            <a:endParaRPr/>
          </a:p>
        </p:txBody>
      </p:sp>
      <p:sp>
        <p:nvSpPr>
          <p:cNvPr id="515" name="Google Shape;515;p6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7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Scrolling</a:t>
            </a:r>
            <a:endParaRPr/>
          </a:p>
        </p:txBody>
      </p:sp>
      <p:sp>
        <p:nvSpPr>
          <p:cNvPr id="522" name="Google Shape;522;p68"/>
          <p:cNvSpPr txBox="1"/>
          <p:nvPr>
            <p:ph idx="1" type="body"/>
          </p:nvPr>
        </p:nvSpPr>
        <p:spPr>
          <a:xfrm>
            <a:off x="361975" y="1756057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Scrolling issue was fixed and added to the editor window, though it is not yet implemented into the main program.</a:t>
            </a:r>
            <a:endParaRPr/>
          </a:p>
        </p:txBody>
      </p:sp>
      <p:sp>
        <p:nvSpPr>
          <p:cNvPr id="523" name="Google Shape;523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6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glass ceiling" id="525" name="Google Shape;525;p68"/>
          <p:cNvPicPr preferRelativeResize="0"/>
          <p:nvPr/>
        </p:nvPicPr>
        <p:blipFill rotWithShape="1">
          <a:blip r:embed="rId3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68"/>
          <p:cNvPicPr preferRelativeResize="0"/>
          <p:nvPr/>
        </p:nvPicPr>
        <p:blipFill rotWithShape="1">
          <a:blip r:embed="rId4">
            <a:alphaModFix/>
          </a:blip>
          <a:srcRect b="20692" l="7122" r="24268" t="11308"/>
          <a:stretch/>
        </p:blipFill>
        <p:spPr>
          <a:xfrm>
            <a:off x="5300750" y="455325"/>
            <a:ext cx="3605150" cy="200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68"/>
          <p:cNvPicPr preferRelativeResize="0"/>
          <p:nvPr/>
        </p:nvPicPr>
        <p:blipFill rotWithShape="1">
          <a:blip r:embed="rId5">
            <a:alphaModFix/>
          </a:blip>
          <a:srcRect b="20880" l="6576" r="24129" t="10931"/>
          <a:stretch/>
        </p:blipFill>
        <p:spPr>
          <a:xfrm>
            <a:off x="5300750" y="2465225"/>
            <a:ext cx="3605150" cy="1995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450" y="2957832"/>
            <a:ext cx="3876152" cy="2038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9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</p:spPr>
      </p:sp>
      <p:sp>
        <p:nvSpPr>
          <p:cNvPr id="534" name="Google Shape;534;p69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Stretching Rework</a:t>
            </a:r>
            <a:endParaRPr/>
          </a:p>
        </p:txBody>
      </p:sp>
      <p:sp>
        <p:nvSpPr>
          <p:cNvPr id="535" name="Google Shape;535;p69"/>
          <p:cNvSpPr txBox="1"/>
          <p:nvPr>
            <p:ph idx="1" type="body"/>
          </p:nvPr>
        </p:nvSpPr>
        <p:spPr>
          <a:xfrm>
            <a:off x="361975" y="214663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Note stretching was reworked, now works in a more intuitive way</a:t>
            </a:r>
            <a:endParaRPr/>
          </a:p>
        </p:txBody>
      </p:sp>
      <p:sp>
        <p:nvSpPr>
          <p:cNvPr id="536" name="Google Shape;536;p6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</p:spPr>
      </p:sp>
      <p:sp>
        <p:nvSpPr>
          <p:cNvPr id="542" name="Google Shape;542;p7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Saving Editor Changes</a:t>
            </a:r>
            <a:endParaRPr/>
          </a:p>
        </p:txBody>
      </p:sp>
      <p:sp>
        <p:nvSpPr>
          <p:cNvPr id="543" name="Google Shape;543;p70"/>
          <p:cNvSpPr txBox="1"/>
          <p:nvPr>
            <p:ph idx="1" type="body"/>
          </p:nvPr>
        </p:nvSpPr>
        <p:spPr>
          <a:xfrm>
            <a:off x="361975" y="214663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 in the editor are now saved, including moved notes, added notes, stretched notes, and removed notes.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Changes also appear on the main window as well.</a:t>
            </a:r>
            <a:endParaRPr/>
          </a:p>
        </p:txBody>
      </p:sp>
      <p:sp>
        <p:nvSpPr>
          <p:cNvPr id="544" name="Google Shape;544;p7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1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1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71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issues with custom events</a:t>
            </a:r>
            <a:endParaRPr/>
          </a:p>
        </p:txBody>
      </p:sp>
      <p:sp>
        <p:nvSpPr>
          <p:cNvPr id="552" name="Google Shape;552;p71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Laptop breaking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71"/>
          <p:cNvSpPr txBox="1"/>
          <p:nvPr>
            <p:ph type="title"/>
          </p:nvPr>
        </p:nvSpPr>
        <p:spPr>
          <a:xfrm>
            <a:off x="361975" y="962100"/>
            <a:ext cx="4163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Struggles</a:t>
            </a:r>
            <a:r>
              <a:rPr lang="en"/>
              <a:t> this week</a:t>
            </a:r>
            <a:endParaRPr i="1"/>
          </a:p>
        </p:txBody>
      </p:sp>
      <p:sp>
        <p:nvSpPr>
          <p:cNvPr id="554" name="Google Shape;554;p7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5" name="Google Shape;555;p71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</a:t>
            </a:r>
            <a:endParaRPr/>
          </a:p>
        </p:txBody>
      </p:sp>
      <p:cxnSp>
        <p:nvCxnSpPr>
          <p:cNvPr id="556" name="Google Shape;556;p71"/>
          <p:cNvCxnSpPr/>
          <p:nvPr/>
        </p:nvCxnSpPr>
        <p:spPr>
          <a:xfrm>
            <a:off x="3784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71"/>
          <p:cNvCxnSpPr/>
          <p:nvPr/>
        </p:nvCxnSpPr>
        <p:spPr>
          <a:xfrm>
            <a:off x="49261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" name="Google Shape;558;p71"/>
          <p:cNvSpPr txBox="1"/>
          <p:nvPr/>
        </p:nvSpPr>
        <p:spPr>
          <a:xfrm>
            <a:off x="3891910" y="2805147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