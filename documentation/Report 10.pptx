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Newsreader"/>
      <p:regular r:id="rId12"/>
      <p:bold r:id="rId13"/>
      <p:italic r:id="rId14"/>
      <p:boldItalic r:id="rId15"/>
    </p:embeddedFont>
    <p:embeddedFont>
      <p:font typeface="DM Sans Light"/>
      <p:regular r:id="rId16"/>
      <p:bold r:id="rId17"/>
      <p:italic r:id="rId18"/>
      <p:boldItalic r:id="rId19"/>
    </p:embeddedFont>
    <p:embeddedFont>
      <p:font typeface="DM Sans SemiBold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  <p:embeddedFont>
      <p:font typeface="Newsreader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wsreaderSemiBold-boldItalic.fntdata"/><Relationship Id="rId30" Type="http://schemas.openxmlformats.org/officeDocument/2006/relationships/font" Target="fonts/NewsreaderSemiBold-italic.fntdata"/><Relationship Id="rId20" Type="http://schemas.openxmlformats.org/officeDocument/2006/relationships/font" Target="fonts/DMSansSemiBold-regular.fntdata"/><Relationship Id="rId22" Type="http://schemas.openxmlformats.org/officeDocument/2006/relationships/font" Target="fonts/DMSansSemiBold-italic.fntdata"/><Relationship Id="rId21" Type="http://schemas.openxmlformats.org/officeDocument/2006/relationships/font" Target="fonts/DMSansSemiBold-bold.fntdata"/><Relationship Id="rId24" Type="http://schemas.openxmlformats.org/officeDocument/2006/relationships/font" Target="fonts/DMSans-regular.fntdata"/><Relationship Id="rId23" Type="http://schemas.openxmlformats.org/officeDocument/2006/relationships/font" Target="fonts/DMSansSemiBold-boldItalic.fntdata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8" Type="http://schemas.openxmlformats.org/officeDocument/2006/relationships/font" Target="fonts/NewsreaderSemiBold-regular.fntdata"/><Relationship Id="rId27" Type="http://schemas.openxmlformats.org/officeDocument/2006/relationships/font" Target="fonts/DMSans-boldItalic.fntdata"/><Relationship Id="rId29" Type="http://schemas.openxmlformats.org/officeDocument/2006/relationships/font" Target="fonts/Newsreader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ewsreader-bold.fntdata"/><Relationship Id="rId12" Type="http://schemas.openxmlformats.org/officeDocument/2006/relationships/font" Target="fonts/Newsreader-regular.fntdata"/><Relationship Id="rId15" Type="http://schemas.openxmlformats.org/officeDocument/2006/relationships/font" Target="fonts/Newsreader-boldItalic.fntdata"/><Relationship Id="rId14" Type="http://schemas.openxmlformats.org/officeDocument/2006/relationships/font" Target="fonts/Newsreader-italic.fntdata"/><Relationship Id="rId17" Type="http://schemas.openxmlformats.org/officeDocument/2006/relationships/font" Target="fonts/DMSansLight-bold.fntdata"/><Relationship Id="rId16" Type="http://schemas.openxmlformats.org/officeDocument/2006/relationships/font" Target="fonts/DMSansLight-regular.fntdata"/><Relationship Id="rId19" Type="http://schemas.openxmlformats.org/officeDocument/2006/relationships/font" Target="fonts/DMSansLight-boldItalic.fntdata"/><Relationship Id="rId18" Type="http://schemas.openxmlformats.org/officeDocument/2006/relationships/font" Target="fonts/DMSans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8db0b74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c8db0b74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8db0b74eb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8db0b74eb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d0cc4bfa9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d0cc4bfa9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d25ab3bb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d25ab3bb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0cc4bfa9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d0cc4bfa9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3" name="Google Shape;513;p67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Report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7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MIDI Track display</a:t>
            </a:r>
            <a:endParaRPr/>
          </a:p>
        </p:txBody>
      </p:sp>
      <p:sp>
        <p:nvSpPr>
          <p:cNvPr id="522" name="Google Shape;522;p68"/>
          <p:cNvSpPr txBox="1"/>
          <p:nvPr>
            <p:ph idx="1" type="body"/>
          </p:nvPr>
        </p:nvSpPr>
        <p:spPr>
          <a:xfrm>
            <a:off x="361975" y="1756057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Tracks now display MIDI notes properly, scaled to fit within the window</a:t>
            </a:r>
            <a:endParaRPr/>
          </a:p>
        </p:txBody>
      </p:sp>
      <p:sp>
        <p:nvSpPr>
          <p:cNvPr id="523" name="Google Shape;523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6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lass ceiling" id="525" name="Google Shape;525;p68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9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</p:spPr>
      </p:sp>
      <p:sp>
        <p:nvSpPr>
          <p:cNvPr id="531" name="Google Shape;531;p69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Editor</a:t>
            </a:r>
            <a:endParaRPr/>
          </a:p>
        </p:txBody>
      </p:sp>
      <p:sp>
        <p:nvSpPr>
          <p:cNvPr id="532" name="Google Shape;532;p69"/>
          <p:cNvSpPr txBox="1"/>
          <p:nvPr>
            <p:ph idx="1" type="body"/>
          </p:nvPr>
        </p:nvSpPr>
        <p:spPr>
          <a:xfrm>
            <a:off x="361975" y="214663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editor window was created.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The track clicked on is drawn in the editor.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MIDI events are manipulatable in this window.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Grid is a work in progress.</a:t>
            </a:r>
            <a:endParaRPr/>
          </a:p>
        </p:txBody>
      </p:sp>
      <p:sp>
        <p:nvSpPr>
          <p:cNvPr id="533" name="Google Shape;533;p6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</p:spPr>
      </p:sp>
      <p:sp>
        <p:nvSpPr>
          <p:cNvPr id="539" name="Google Shape;539;p7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Manager and Implementation</a:t>
            </a:r>
            <a:endParaRPr/>
          </a:p>
        </p:txBody>
      </p:sp>
      <p:sp>
        <p:nvSpPr>
          <p:cNvPr id="540" name="Google Shape;540;p70"/>
          <p:cNvSpPr txBox="1"/>
          <p:nvPr>
            <p:ph idx="1" type="body"/>
          </p:nvPr>
        </p:nvSpPr>
        <p:spPr>
          <a:xfrm>
            <a:off x="361975" y="214663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manager now only allows MIDI files to be opened.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MIDI files are successfully opened and stored.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Problems with opening a second file.</a:t>
            </a:r>
            <a:endParaRPr/>
          </a:p>
        </p:txBody>
      </p:sp>
      <p:sp>
        <p:nvSpPr>
          <p:cNvPr id="541" name="Google Shape;541;p7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1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71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71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importing</a:t>
            </a:r>
            <a:endParaRPr/>
          </a:p>
        </p:txBody>
      </p:sp>
      <p:sp>
        <p:nvSpPr>
          <p:cNvPr id="549" name="Google Shape;549;p71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manager implementation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1"/>
          <p:cNvSpPr txBox="1"/>
          <p:nvPr>
            <p:ph type="title"/>
          </p:nvPr>
        </p:nvSpPr>
        <p:spPr>
          <a:xfrm>
            <a:off x="361975" y="962100"/>
            <a:ext cx="4163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Struggles</a:t>
            </a:r>
            <a:r>
              <a:rPr lang="en"/>
              <a:t> this week</a:t>
            </a:r>
            <a:endParaRPr i="1"/>
          </a:p>
        </p:txBody>
      </p:sp>
      <p:sp>
        <p:nvSpPr>
          <p:cNvPr id="551" name="Google Shape;551;p7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71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cxnSp>
        <p:nvCxnSpPr>
          <p:cNvPr id="553" name="Google Shape;553;p71"/>
          <p:cNvCxnSpPr/>
          <p:nvPr/>
        </p:nvCxnSpPr>
        <p:spPr>
          <a:xfrm>
            <a:off x="3784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71"/>
          <p:cNvCxnSpPr/>
          <p:nvPr/>
        </p:nvCxnSpPr>
        <p:spPr>
          <a:xfrm>
            <a:off x="4926175" y="3240663"/>
            <a:ext cx="3850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71"/>
          <p:cNvSpPr txBox="1"/>
          <p:nvPr/>
        </p:nvSpPr>
        <p:spPr>
          <a:xfrm>
            <a:off x="3891910" y="2805147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