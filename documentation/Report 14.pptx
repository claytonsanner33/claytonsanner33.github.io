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Newsreader"/>
      <p:regular r:id="rId13"/>
      <p:bold r:id="rId14"/>
      <p:italic r:id="rId15"/>
      <p:boldItalic r:id="rId16"/>
    </p:embeddedFont>
    <p:embeddedFont>
      <p:font typeface="DM Sans Light"/>
      <p:regular r:id="rId17"/>
      <p:bold r:id="rId18"/>
      <p:italic r:id="rId19"/>
      <p:boldItalic r:id="rId20"/>
    </p:embeddedFont>
    <p:embeddedFont>
      <p:font typeface="DM Sans SemiBold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  <p:embeddedFont>
      <p:font typeface="Newsreader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SemiBold-italic.fntdata"/><Relationship Id="rId30" Type="http://schemas.openxmlformats.org/officeDocument/2006/relationships/font" Target="fonts/NewsreaderSemiBold-bold.fntdata"/><Relationship Id="rId32" Type="http://schemas.openxmlformats.org/officeDocument/2006/relationships/font" Target="fonts/NewsreaderSemiBold-boldItalic.fntdata"/><Relationship Id="rId20" Type="http://schemas.openxmlformats.org/officeDocument/2006/relationships/font" Target="fonts/DMSansLight-boldItalic.fntdata"/><Relationship Id="rId22" Type="http://schemas.openxmlformats.org/officeDocument/2006/relationships/font" Target="fonts/DMSansSemiBold-bold.fntdata"/><Relationship Id="rId21" Type="http://schemas.openxmlformats.org/officeDocument/2006/relationships/font" Target="fonts/DMSansSemiBold-regular.fntdata"/><Relationship Id="rId24" Type="http://schemas.openxmlformats.org/officeDocument/2006/relationships/font" Target="fonts/DMSansSemiBold-boldItalic.fntdata"/><Relationship Id="rId23" Type="http://schemas.openxmlformats.org/officeDocument/2006/relationships/font" Target="fonts/DMSansSemiBold-italic.fntdata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29" Type="http://schemas.openxmlformats.org/officeDocument/2006/relationships/font" Target="fonts/NewsreaderSemiBol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ewsreader-regular.fntdata"/><Relationship Id="rId12" Type="http://schemas.openxmlformats.org/officeDocument/2006/relationships/slide" Target="slides/slide6.xml"/><Relationship Id="rId15" Type="http://schemas.openxmlformats.org/officeDocument/2006/relationships/font" Target="fonts/Newsreader-italic.fntdata"/><Relationship Id="rId14" Type="http://schemas.openxmlformats.org/officeDocument/2006/relationships/font" Target="fonts/Newsreader-bold.fntdata"/><Relationship Id="rId17" Type="http://schemas.openxmlformats.org/officeDocument/2006/relationships/font" Target="fonts/DMSansLight-regular.fntdata"/><Relationship Id="rId16" Type="http://schemas.openxmlformats.org/officeDocument/2006/relationships/font" Target="fonts/Newsreader-boldItalic.fntdata"/><Relationship Id="rId19" Type="http://schemas.openxmlformats.org/officeDocument/2006/relationships/font" Target="fonts/DMSansLight-italic.fntdata"/><Relationship Id="rId18" Type="http://schemas.openxmlformats.org/officeDocument/2006/relationships/font" Target="fonts/DMSans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8db0b74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c8db0b74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8db0b74eb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8db0b74eb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0cc4bfa9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d0cc4bfa9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d882322c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d882322c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882322c8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d882322c8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d0cc4bfa9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d0cc4bfa9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Report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7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MIDI file playing</a:t>
            </a:r>
            <a:endParaRPr/>
          </a:p>
        </p:txBody>
      </p:sp>
      <p:sp>
        <p:nvSpPr>
          <p:cNvPr id="522" name="Google Shape;522;p68"/>
          <p:cNvSpPr txBox="1"/>
          <p:nvPr>
            <p:ph idx="1" type="body"/>
          </p:nvPr>
        </p:nvSpPr>
        <p:spPr>
          <a:xfrm>
            <a:off x="361975" y="1921107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MIDI files are now able to be played and stopped at will without crashing or closing the program.</a:t>
            </a:r>
            <a:endParaRPr/>
          </a:p>
        </p:txBody>
      </p:sp>
      <p:sp>
        <p:nvSpPr>
          <p:cNvPr id="523" name="Google Shape;523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6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ass ceiling" id="525" name="Google Shape;525;p68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9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</p:spPr>
      </p:sp>
      <p:sp>
        <p:nvSpPr>
          <p:cNvPr id="531" name="Google Shape;531;p69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Grid saving </a:t>
            </a:r>
            <a:r>
              <a:rPr lang="en"/>
              <a:t>alteration</a:t>
            </a:r>
            <a:r>
              <a:rPr lang="en"/>
              <a:t> fix</a:t>
            </a:r>
            <a:endParaRPr/>
          </a:p>
        </p:txBody>
      </p:sp>
      <p:sp>
        <p:nvSpPr>
          <p:cNvPr id="532" name="Google Shape;532;p69"/>
          <p:cNvSpPr txBox="1"/>
          <p:nvPr>
            <p:ph idx="1" type="body"/>
          </p:nvPr>
        </p:nvSpPr>
        <p:spPr>
          <a:xfrm>
            <a:off x="361975" y="209873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With the grid fix from last week arose new issue with saving, note start times and pitches were not being properly converted, which was now been fixed.</a:t>
            </a:r>
            <a:endParaRPr/>
          </a:p>
        </p:txBody>
      </p:sp>
      <p:sp>
        <p:nvSpPr>
          <p:cNvPr id="533" name="Google Shape;533;p6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</p:spPr>
      </p:sp>
      <p:sp>
        <p:nvSpPr>
          <p:cNvPr id="539" name="Google Shape;539;p7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Scrolling changes</a:t>
            </a:r>
            <a:endParaRPr/>
          </a:p>
        </p:txBody>
      </p:sp>
      <p:sp>
        <p:nvSpPr>
          <p:cNvPr id="540" name="Google Shape;540;p70"/>
          <p:cNvSpPr txBox="1"/>
          <p:nvPr>
            <p:ph idx="1" type="body"/>
          </p:nvPr>
        </p:nvSpPr>
        <p:spPr>
          <a:xfrm>
            <a:off x="361975" y="200813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Current technique for scrolling has been abandoned, now uses a note shifting technique to produce similar results.</a:t>
            </a:r>
            <a:endParaRPr/>
          </a:p>
        </p:txBody>
      </p:sp>
      <p:sp>
        <p:nvSpPr>
          <p:cNvPr id="541" name="Google Shape;541;p7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1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</p:spPr>
      </p:sp>
      <p:sp>
        <p:nvSpPr>
          <p:cNvPr id="547" name="Google Shape;547;p71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Mystery bug fixed</a:t>
            </a:r>
            <a:endParaRPr/>
          </a:p>
        </p:txBody>
      </p:sp>
      <p:sp>
        <p:nvSpPr>
          <p:cNvPr id="548" name="Google Shape;548;p71"/>
          <p:cNvSpPr txBox="1"/>
          <p:nvPr>
            <p:ph idx="1" type="body"/>
          </p:nvPr>
        </p:nvSpPr>
        <p:spPr>
          <a:xfrm>
            <a:off x="361975" y="200813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The mystery bug that </a:t>
            </a:r>
            <a:r>
              <a:rPr lang="en"/>
              <a:t>occurred</a:t>
            </a:r>
            <a:r>
              <a:rPr lang="en"/>
              <a:t> during last week’s presentation has been fixed.</a:t>
            </a:r>
            <a:endParaRPr/>
          </a:p>
        </p:txBody>
      </p:sp>
      <p:sp>
        <p:nvSpPr>
          <p:cNvPr id="549" name="Google Shape;549;p7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2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72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72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bug fixing</a:t>
            </a:r>
            <a:endParaRPr/>
          </a:p>
        </p:txBody>
      </p:sp>
      <p:sp>
        <p:nvSpPr>
          <p:cNvPr id="557" name="Google Shape;557;p72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Scrolling implementation</a:t>
            </a:r>
            <a:endParaRPr/>
          </a:p>
        </p:txBody>
      </p:sp>
      <p:sp>
        <p:nvSpPr>
          <p:cNvPr id="558" name="Google Shape;558;p72"/>
          <p:cNvSpPr txBox="1"/>
          <p:nvPr>
            <p:ph type="title"/>
          </p:nvPr>
        </p:nvSpPr>
        <p:spPr>
          <a:xfrm>
            <a:off x="361975" y="962100"/>
            <a:ext cx="4163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Struggles</a:t>
            </a:r>
            <a:r>
              <a:rPr lang="en"/>
              <a:t> this week</a:t>
            </a:r>
            <a:endParaRPr i="1"/>
          </a:p>
        </p:txBody>
      </p:sp>
      <p:sp>
        <p:nvSpPr>
          <p:cNvPr id="559" name="Google Shape;559;p7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0" name="Google Shape;560;p72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cxnSp>
        <p:nvCxnSpPr>
          <p:cNvPr id="561" name="Google Shape;561;p72"/>
          <p:cNvCxnSpPr/>
          <p:nvPr/>
        </p:nvCxnSpPr>
        <p:spPr>
          <a:xfrm>
            <a:off x="3784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72"/>
          <p:cNvCxnSpPr/>
          <p:nvPr/>
        </p:nvCxnSpPr>
        <p:spPr>
          <a:xfrm>
            <a:off x="49261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" name="Google Shape;563;p72"/>
          <p:cNvSpPr txBox="1"/>
          <p:nvPr/>
        </p:nvSpPr>
        <p:spPr>
          <a:xfrm>
            <a:off x="3891910" y="28051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