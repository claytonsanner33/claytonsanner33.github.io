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Newsreader"/>
      <p:regular r:id="rId11"/>
      <p:bold r:id="rId12"/>
      <p:italic r:id="rId13"/>
      <p:boldItalic r:id="rId14"/>
    </p:embeddedFont>
    <p:embeddedFont>
      <p:font typeface="DM Sans Light"/>
      <p:regular r:id="rId15"/>
      <p:bold r:id="rId16"/>
      <p:italic r:id="rId17"/>
      <p:boldItalic r:id="rId18"/>
    </p:embeddedFont>
    <p:embeddedFont>
      <p:font typeface="DM Sans SemiBold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  <p:embeddedFont>
      <p:font typeface="Newsreader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NewsreaderSemiBold-boldItalic.fntdata"/><Relationship Id="rId20" Type="http://schemas.openxmlformats.org/officeDocument/2006/relationships/font" Target="fonts/DMSansSemiBold-bold.fntdata"/><Relationship Id="rId22" Type="http://schemas.openxmlformats.org/officeDocument/2006/relationships/font" Target="fonts/DMSansSemiBold-boldItalic.fntdata"/><Relationship Id="rId21" Type="http://schemas.openxmlformats.org/officeDocument/2006/relationships/font" Target="fonts/DMSansSemiBold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28" Type="http://schemas.openxmlformats.org/officeDocument/2006/relationships/font" Target="fonts/NewsreaderSemiBold-bold.fntdata"/><Relationship Id="rId27" Type="http://schemas.openxmlformats.org/officeDocument/2006/relationships/font" Target="fonts/NewsreaderSemiBold-regular.fntdata"/><Relationship Id="rId29" Type="http://schemas.openxmlformats.org/officeDocument/2006/relationships/font" Target="fonts/NewsreaderSemiBold-italic.fntdata"/><Relationship Id="rId11" Type="http://schemas.openxmlformats.org/officeDocument/2006/relationships/font" Target="fonts/Newsreader-regular.fntdata"/><Relationship Id="rId10" Type="http://schemas.openxmlformats.org/officeDocument/2006/relationships/slide" Target="slides/slide4.xml"/><Relationship Id="rId13" Type="http://schemas.openxmlformats.org/officeDocument/2006/relationships/font" Target="fonts/Newsreader-italic.fntdata"/><Relationship Id="rId12" Type="http://schemas.openxmlformats.org/officeDocument/2006/relationships/font" Target="fonts/Newsreader-bold.fntdata"/><Relationship Id="rId15" Type="http://schemas.openxmlformats.org/officeDocument/2006/relationships/font" Target="fonts/DMSansLight-regular.fntdata"/><Relationship Id="rId14" Type="http://schemas.openxmlformats.org/officeDocument/2006/relationships/font" Target="fonts/Newsreader-boldItalic.fntdata"/><Relationship Id="rId17" Type="http://schemas.openxmlformats.org/officeDocument/2006/relationships/font" Target="fonts/DMSansLight-italic.fntdata"/><Relationship Id="rId16" Type="http://schemas.openxmlformats.org/officeDocument/2006/relationships/font" Target="fonts/DMSansLight-bold.fntdata"/><Relationship Id="rId19" Type="http://schemas.openxmlformats.org/officeDocument/2006/relationships/font" Target="fonts/DMSansSemiBold-regular.fntdata"/><Relationship Id="rId18" Type="http://schemas.openxmlformats.org/officeDocument/2006/relationships/font" Target="fonts/DMSans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0cc4bfa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0cc4bfa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0cc4bfa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d0cc4bfa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on UI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3050" y="835350"/>
            <a:ext cx="6193826" cy="427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9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2" name="Google Shape;532;p69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on file manager</a:t>
            </a:r>
            <a:endParaRPr/>
          </a:p>
        </p:txBody>
      </p:sp>
      <p:sp>
        <p:nvSpPr>
          <p:cNvPr id="533" name="Google Shape;533;p69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0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file reading</a:t>
            </a:r>
            <a:endParaRPr/>
          </a:p>
        </p:txBody>
      </p:sp>
      <p:sp>
        <p:nvSpPr>
          <p:cNvPr id="540" name="Google Shape;540;p70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manager issues</a:t>
            </a:r>
            <a:endParaRPr/>
          </a:p>
        </p:txBody>
      </p:sp>
      <p:sp>
        <p:nvSpPr>
          <p:cNvPr id="541" name="Google Shape;541;p70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Compiler</a:t>
            </a:r>
            <a:r>
              <a:rPr lang="en"/>
              <a:t> issues</a:t>
            </a:r>
            <a:endParaRPr/>
          </a:p>
        </p:txBody>
      </p:sp>
      <p:sp>
        <p:nvSpPr>
          <p:cNvPr id="542" name="Google Shape;542;p70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file mishap</a:t>
            </a:r>
            <a:endParaRPr/>
          </a:p>
        </p:txBody>
      </p:sp>
      <p:sp>
        <p:nvSpPr>
          <p:cNvPr id="543" name="Google Shape;543;p70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r>
              <a:rPr lang="en"/>
              <a:t> this week</a:t>
            </a:r>
            <a:endParaRPr i="1"/>
          </a:p>
        </p:txBody>
      </p:sp>
      <p:sp>
        <p:nvSpPr>
          <p:cNvPr id="544" name="Google Shape;544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70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cxnSp>
        <p:nvCxnSpPr>
          <p:cNvPr id="546" name="Google Shape;546;p70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70"/>
          <p:cNvCxnSpPr/>
          <p:nvPr/>
        </p:nvCxnSpPr>
        <p:spPr>
          <a:xfrm>
            <a:off x="378475" y="3892305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70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70"/>
          <p:cNvCxnSpPr/>
          <p:nvPr/>
        </p:nvCxnSpPr>
        <p:spPr>
          <a:xfrm>
            <a:off x="4926175" y="3892305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" name="Google Shape;550;p70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