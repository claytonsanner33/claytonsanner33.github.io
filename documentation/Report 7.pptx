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Newsreader"/>
      <p:regular r:id="rId9"/>
      <p:bold r:id="rId10"/>
      <p:italic r:id="rId11"/>
      <p:boldItalic r:id="rId12"/>
    </p:embeddedFont>
    <p:embeddedFont>
      <p:font typeface="DM Sans Light"/>
      <p:regular r:id="rId13"/>
      <p:bold r:id="rId14"/>
      <p:italic r:id="rId15"/>
      <p:boldItalic r:id="rId16"/>
    </p:embeddedFont>
    <p:embeddedFont>
      <p:font typeface="DM Sans SemiBold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  <p:embeddedFont>
      <p:font typeface="Newsreader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ewsreader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DMSansSemiBold-boldItalic.fntdata"/><Relationship Id="rId22" Type="http://schemas.openxmlformats.org/officeDocument/2006/relationships/font" Target="fonts/DMSans-bold.fntdata"/><Relationship Id="rId21" Type="http://schemas.openxmlformats.org/officeDocument/2006/relationships/font" Target="fonts/DMSans-regular.fntdata"/><Relationship Id="rId24" Type="http://schemas.openxmlformats.org/officeDocument/2006/relationships/font" Target="fonts/DMSans-boldItalic.fntdata"/><Relationship Id="rId23" Type="http://schemas.openxmlformats.org/officeDocument/2006/relationships/font" Target="fonts/DMSans-italic.fntdata"/><Relationship Id="rId26" Type="http://schemas.openxmlformats.org/officeDocument/2006/relationships/font" Target="fonts/NewsreaderSemiBold-bold.fntdata"/><Relationship Id="rId25" Type="http://schemas.openxmlformats.org/officeDocument/2006/relationships/font" Target="fonts/NewsreaderSemiBold-regular.fntdata"/><Relationship Id="rId28" Type="http://schemas.openxmlformats.org/officeDocument/2006/relationships/font" Target="fonts/NewsreaderSemiBold-boldItalic.fntdata"/><Relationship Id="rId27" Type="http://schemas.openxmlformats.org/officeDocument/2006/relationships/font" Target="fonts/NewsreaderSemiBold-italic.fntdata"/><Relationship Id="rId11" Type="http://schemas.openxmlformats.org/officeDocument/2006/relationships/font" Target="fonts/Newsreader-italic.fntdata"/><Relationship Id="rId10" Type="http://schemas.openxmlformats.org/officeDocument/2006/relationships/font" Target="fonts/Newsreader-bold.fntdata"/><Relationship Id="rId13" Type="http://schemas.openxmlformats.org/officeDocument/2006/relationships/font" Target="fonts/DMSansLight-regular.fntdata"/><Relationship Id="rId12" Type="http://schemas.openxmlformats.org/officeDocument/2006/relationships/font" Target="fonts/Newsreader-boldItalic.fntdata"/><Relationship Id="rId15" Type="http://schemas.openxmlformats.org/officeDocument/2006/relationships/font" Target="fonts/DMSansLight-italic.fntdata"/><Relationship Id="rId14" Type="http://schemas.openxmlformats.org/officeDocument/2006/relationships/font" Target="fonts/DMSansLight-bold.fntdata"/><Relationship Id="rId17" Type="http://schemas.openxmlformats.org/officeDocument/2006/relationships/font" Target="fonts/DMSansSemiBold-regular.fntdata"/><Relationship Id="rId16" Type="http://schemas.openxmlformats.org/officeDocument/2006/relationships/font" Target="fonts/DMSansLight-boldItalic.fntdata"/><Relationship Id="rId19" Type="http://schemas.openxmlformats.org/officeDocument/2006/relationships/font" Target="fonts/DMSansSemiBold-italic.fntdata"/><Relationship Id="rId18" Type="http://schemas.openxmlformats.org/officeDocument/2006/relationships/font" Target="fonts/DM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of UI progress and note stretching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