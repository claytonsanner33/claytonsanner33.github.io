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  <p:sldId id="259" r:id="rId8"/>
    <p:sldId id="260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9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915B8-DE9A-4498-9B7D-3B3341537F7E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A8556-3734-45E4-B600-5ECB614DE9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423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915B8-DE9A-4498-9B7D-3B3341537F7E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A8556-3734-45E4-B600-5ECB614DE9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077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915B8-DE9A-4498-9B7D-3B3341537F7E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A8556-3734-45E4-B600-5ECB614DE9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520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915B8-DE9A-4498-9B7D-3B3341537F7E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A8556-3734-45E4-B600-5ECB614DE9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351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915B8-DE9A-4498-9B7D-3B3341537F7E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A8556-3734-45E4-B600-5ECB614DE9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571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915B8-DE9A-4498-9B7D-3B3341537F7E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A8556-3734-45E4-B600-5ECB614DE9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708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915B8-DE9A-4498-9B7D-3B3341537F7E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A8556-3734-45E4-B600-5ECB614DE9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372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915B8-DE9A-4498-9B7D-3B3341537F7E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A8556-3734-45E4-B600-5ECB614DE9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636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915B8-DE9A-4498-9B7D-3B3341537F7E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A8556-3734-45E4-B600-5ECB614DE9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05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915B8-DE9A-4498-9B7D-3B3341537F7E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A8556-3734-45E4-B600-5ECB614DE9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520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915B8-DE9A-4498-9B7D-3B3341537F7E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A8556-3734-45E4-B600-5ECB614DE9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2672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915B8-DE9A-4498-9B7D-3B3341537F7E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A8556-3734-45E4-B600-5ECB614DE9E0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337489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915B8-DE9A-4498-9B7D-3B3341537F7E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A8556-3734-45E4-B600-5ECB614DE9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6570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915B8-DE9A-4498-9B7D-3B3341537F7E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A8556-3734-45E4-B600-5ECB614DE9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9171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915B8-DE9A-4498-9B7D-3B3341537F7E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A8556-3734-45E4-B600-5ECB614DE9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7493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915B8-DE9A-4498-9B7D-3B3341537F7E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A8556-3734-45E4-B600-5ECB614DE9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0422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915B8-DE9A-4498-9B7D-3B3341537F7E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A8556-3734-45E4-B600-5ECB614DE9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540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A915B8-DE9A-4498-9B7D-3B3341537F7E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5A8556-3734-45E4-B600-5ECB614DE9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8459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46E97-07EF-B62B-3699-6F727670AC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Weekly Report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CF78A1-AA1E-AA7E-0F0B-ACB3CEE61B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Digital audio workstation – </a:t>
            </a:r>
            <a:r>
              <a:rPr lang="en-US" dirty="0" err="1"/>
              <a:t>brandon</a:t>
            </a:r>
            <a:r>
              <a:rPr lang="en-US" dirty="0"/>
              <a:t> smith, </a:t>
            </a:r>
            <a:r>
              <a:rPr lang="en-US" dirty="0" err="1"/>
              <a:t>alice</a:t>
            </a:r>
            <a:r>
              <a:rPr lang="en-US" dirty="0"/>
              <a:t> </a:t>
            </a:r>
            <a:r>
              <a:rPr lang="en-US" dirty="0" err="1"/>
              <a:t>bruce</a:t>
            </a:r>
            <a:r>
              <a:rPr lang="en-US" dirty="0"/>
              <a:t>, Clayton </a:t>
            </a:r>
            <a:r>
              <a:rPr lang="en-US" dirty="0" err="1"/>
              <a:t>sanner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230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A0502-B274-882D-CD62-01C40E879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Representation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EFD58EC-6CC5-5068-9DF7-B21374BCD9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MIDI file visual</a:t>
            </a:r>
          </a:p>
          <a:p>
            <a:r>
              <a:rPr lang="en-US" dirty="0"/>
              <a:t>Different instruments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332A5B0-43F3-E319-55B3-EA6E026C0D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1525" y="1152983"/>
            <a:ext cx="7248525" cy="5559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288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92E06-6872-9B36-ADA7-C6C6AF31D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Gui Engine Change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C4ED8-F5A0-1D1A-62DB-7E3BE67E7C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Needed to change from the old engine </a:t>
            </a:r>
          </a:p>
          <a:p>
            <a:r>
              <a:rPr lang="en-US" dirty="0"/>
              <a:t>Long term would be ineffective for the things we are doing with the project</a:t>
            </a:r>
          </a:p>
          <a:p>
            <a:r>
              <a:rPr lang="en-US" dirty="0"/>
              <a:t>Replacement is widgets </a:t>
            </a:r>
          </a:p>
        </p:txBody>
      </p:sp>
      <p:sp>
        <p:nvSpPr>
          <p:cNvPr id="4" name="AutoShape 2" descr="wxWidgets - Wikipedia">
            <a:extLst>
              <a:ext uri="{FF2B5EF4-FFF2-40B4-BE49-F238E27FC236}">
                <a16:creationId xmlns:a16="http://schemas.microsoft.com/office/drawing/2014/main" id="{0067F49C-C97D-A1E7-B381-43780677251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3B4370-A097-8CEC-9901-9BB84CF94C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704" y="3429000"/>
            <a:ext cx="2381250" cy="17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61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2D13F-BB2A-BC28-4D93-C8BE068D0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 Faced this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C3A36-13ED-144F-2A01-37BD7FAAB1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Fixed the compiler issues by using a different compiler that was easier to use</a:t>
            </a:r>
          </a:p>
          <a:p>
            <a:r>
              <a:rPr lang="en-US" dirty="0"/>
              <a:t>We replaced the attempt use of </a:t>
            </a:r>
            <a:r>
              <a:rPr lang="en-US" dirty="0" err="1"/>
              <a:t>VisualStudioCode</a:t>
            </a:r>
            <a:r>
              <a:rPr lang="en-US" dirty="0"/>
              <a:t> with Clion</a:t>
            </a:r>
          </a:p>
          <a:p>
            <a:r>
              <a:rPr lang="en-US" dirty="0"/>
              <a:t>Building the environment for </a:t>
            </a:r>
            <a:r>
              <a:rPr lang="en-US" dirty="0" err="1"/>
              <a:t>wxWidgets</a:t>
            </a:r>
            <a:r>
              <a:rPr lang="en-US" dirty="0"/>
              <a:t> </a:t>
            </a:r>
          </a:p>
          <a:p>
            <a:r>
              <a:rPr lang="en-US" dirty="0"/>
              <a:t>Saving and importing had to be put off until we have a more interactive program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0C321D-D9C1-8C67-847A-649B12F0AE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8442" y="1285874"/>
            <a:ext cx="4300725" cy="2257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502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1B28F63-CF00-448F-B141-FE33C33B1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AE609E2-8522-44E4-9077-980E5BCF3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4FA533C5-33E3-4611-AF9F-72811D8B2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949AD42-25FD-4C3D-9EEE-B7FEC5809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AC7D913-60B7-4603-881B-831DA5D3A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87F0FDC4-AD8C-47D9-9131-623C98ADB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C28D0172-F2E0-4763-9C35-F022664959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5"/>
            <a:ext cx="12191695" cy="47307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 16">
            <a:extLst>
              <a:ext uri="{FF2B5EF4-FFF2-40B4-BE49-F238E27FC236}">
                <a16:creationId xmlns:a16="http://schemas.microsoft.com/office/drawing/2014/main" id="{9F2851FB-E841-4509-8A6D-A416376EA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3753695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DF6FB2B2-CE21-407F-B22E-302DADC2C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55533"/>
            <a:ext cx="12192000" cy="2802467"/>
          </a:xfrm>
          <a:custGeom>
            <a:avLst/>
            <a:gdLst>
              <a:gd name="connsiteX0" fmla="*/ 1 w 12192000"/>
              <a:gd name="connsiteY0" fmla="*/ 0 h 2802467"/>
              <a:gd name="connsiteX1" fmla="*/ 71932 w 12192000"/>
              <a:gd name="connsiteY1" fmla="*/ 12261 h 2802467"/>
              <a:gd name="connsiteX2" fmla="*/ 282848 w 12192000"/>
              <a:gd name="connsiteY2" fmla="*/ 48342 h 2802467"/>
              <a:gd name="connsiteX3" fmla="*/ 436464 w 12192000"/>
              <a:gd name="connsiteY3" fmla="*/ 73565 h 2802467"/>
              <a:gd name="connsiteX4" fmla="*/ 619339 w 12192000"/>
              <a:gd name="connsiteY4" fmla="*/ 100188 h 2802467"/>
              <a:gd name="connsiteX5" fmla="*/ 836351 w 12192000"/>
              <a:gd name="connsiteY5" fmla="*/ 132066 h 2802467"/>
              <a:gd name="connsiteX6" fmla="*/ 1076528 w 12192000"/>
              <a:gd name="connsiteY6" fmla="*/ 165696 h 2802467"/>
              <a:gd name="connsiteX7" fmla="*/ 1347183 w 12192000"/>
              <a:gd name="connsiteY7" fmla="*/ 201077 h 2802467"/>
              <a:gd name="connsiteX8" fmla="*/ 1642223 w 12192000"/>
              <a:gd name="connsiteY8" fmla="*/ 238560 h 2802467"/>
              <a:gd name="connsiteX9" fmla="*/ 1962864 w 12192000"/>
              <a:gd name="connsiteY9" fmla="*/ 276043 h 2802467"/>
              <a:gd name="connsiteX10" fmla="*/ 2304232 w 12192000"/>
              <a:gd name="connsiteY10" fmla="*/ 314226 h 2802467"/>
              <a:gd name="connsiteX11" fmla="*/ 2672421 w 12192000"/>
              <a:gd name="connsiteY11" fmla="*/ 349608 h 2802467"/>
              <a:gd name="connsiteX12" fmla="*/ 3057678 w 12192000"/>
              <a:gd name="connsiteY12" fmla="*/ 383587 h 2802467"/>
              <a:gd name="connsiteX13" fmla="*/ 3464881 w 12192000"/>
              <a:gd name="connsiteY13" fmla="*/ 414415 h 2802467"/>
              <a:gd name="connsiteX14" fmla="*/ 3889152 w 12192000"/>
              <a:gd name="connsiteY14" fmla="*/ 443840 h 2802467"/>
              <a:gd name="connsiteX15" fmla="*/ 4331710 w 12192000"/>
              <a:gd name="connsiteY15" fmla="*/ 471515 h 2802467"/>
              <a:gd name="connsiteX16" fmla="*/ 4558476 w 12192000"/>
              <a:gd name="connsiteY16" fmla="*/ 481323 h 2802467"/>
              <a:gd name="connsiteX17" fmla="*/ 4790118 w 12192000"/>
              <a:gd name="connsiteY17" fmla="*/ 492183 h 2802467"/>
              <a:gd name="connsiteX18" fmla="*/ 5025418 w 12192000"/>
              <a:gd name="connsiteY18" fmla="*/ 502342 h 2802467"/>
              <a:gd name="connsiteX19" fmla="*/ 5261937 w 12192000"/>
              <a:gd name="connsiteY19" fmla="*/ 508998 h 2802467"/>
              <a:gd name="connsiteX20" fmla="*/ 5503332 w 12192000"/>
              <a:gd name="connsiteY20" fmla="*/ 514953 h 2802467"/>
              <a:gd name="connsiteX21" fmla="*/ 5747166 w 12192000"/>
              <a:gd name="connsiteY21" fmla="*/ 521259 h 2802467"/>
              <a:gd name="connsiteX22" fmla="*/ 5995877 w 12192000"/>
              <a:gd name="connsiteY22" fmla="*/ 525462 h 2802467"/>
              <a:gd name="connsiteX23" fmla="*/ 6247026 w 12192000"/>
              <a:gd name="connsiteY23" fmla="*/ 525462 h 2802467"/>
              <a:gd name="connsiteX24" fmla="*/ 6500613 w 12192000"/>
              <a:gd name="connsiteY24" fmla="*/ 527564 h 2802467"/>
              <a:gd name="connsiteX25" fmla="*/ 6756639 w 12192000"/>
              <a:gd name="connsiteY25" fmla="*/ 525462 h 2802467"/>
              <a:gd name="connsiteX26" fmla="*/ 7016322 w 12192000"/>
              <a:gd name="connsiteY26" fmla="*/ 521259 h 2802467"/>
              <a:gd name="connsiteX27" fmla="*/ 7276005 w 12192000"/>
              <a:gd name="connsiteY27" fmla="*/ 517405 h 2802467"/>
              <a:gd name="connsiteX28" fmla="*/ 7539345 w 12192000"/>
              <a:gd name="connsiteY28" fmla="*/ 508998 h 2802467"/>
              <a:gd name="connsiteX29" fmla="*/ 7805124 w 12192000"/>
              <a:gd name="connsiteY29" fmla="*/ 500240 h 2802467"/>
              <a:gd name="connsiteX30" fmla="*/ 8070903 w 12192000"/>
              <a:gd name="connsiteY30" fmla="*/ 490081 h 2802467"/>
              <a:gd name="connsiteX31" fmla="*/ 8339121 w 12192000"/>
              <a:gd name="connsiteY31" fmla="*/ 475719 h 2802467"/>
              <a:gd name="connsiteX32" fmla="*/ 8609776 w 12192000"/>
              <a:gd name="connsiteY32" fmla="*/ 458553 h 2802467"/>
              <a:gd name="connsiteX33" fmla="*/ 8881651 w 12192000"/>
              <a:gd name="connsiteY33" fmla="*/ 442089 h 2802467"/>
              <a:gd name="connsiteX34" fmla="*/ 9153526 w 12192000"/>
              <a:gd name="connsiteY34" fmla="*/ 421070 h 2802467"/>
              <a:gd name="connsiteX35" fmla="*/ 9429058 w 12192000"/>
              <a:gd name="connsiteY35" fmla="*/ 395848 h 2802467"/>
              <a:gd name="connsiteX36" fmla="*/ 9700933 w 12192000"/>
              <a:gd name="connsiteY36" fmla="*/ 370626 h 2802467"/>
              <a:gd name="connsiteX37" fmla="*/ 9977684 w 12192000"/>
              <a:gd name="connsiteY37" fmla="*/ 341550 h 2802467"/>
              <a:gd name="connsiteX38" fmla="*/ 10255655 w 12192000"/>
              <a:gd name="connsiteY38" fmla="*/ 309672 h 2802467"/>
              <a:gd name="connsiteX39" fmla="*/ 10529968 w 12192000"/>
              <a:gd name="connsiteY39" fmla="*/ 276043 h 2802467"/>
              <a:gd name="connsiteX40" fmla="*/ 10807939 w 12192000"/>
              <a:gd name="connsiteY40" fmla="*/ 236808 h 2802467"/>
              <a:gd name="connsiteX41" fmla="*/ 11084690 w 12192000"/>
              <a:gd name="connsiteY41" fmla="*/ 194771 h 2802467"/>
              <a:gd name="connsiteX42" fmla="*/ 11362661 w 12192000"/>
              <a:gd name="connsiteY42" fmla="*/ 153085 h 2802467"/>
              <a:gd name="connsiteX43" fmla="*/ 11639412 w 12192000"/>
              <a:gd name="connsiteY43" fmla="*/ 104392 h 2802467"/>
              <a:gd name="connsiteX44" fmla="*/ 11914945 w 12192000"/>
              <a:gd name="connsiteY44" fmla="*/ 54648 h 2802467"/>
              <a:gd name="connsiteX45" fmla="*/ 12191696 w 12192000"/>
              <a:gd name="connsiteY45" fmla="*/ 2452 h 2802467"/>
              <a:gd name="connsiteX46" fmla="*/ 12191696 w 12192000"/>
              <a:gd name="connsiteY46" fmla="*/ 2236410 h 2802467"/>
              <a:gd name="connsiteX47" fmla="*/ 12192000 w 12192000"/>
              <a:gd name="connsiteY47" fmla="*/ 2236410 h 2802467"/>
              <a:gd name="connsiteX48" fmla="*/ 12192000 w 12192000"/>
              <a:gd name="connsiteY48" fmla="*/ 2802467 h 2802467"/>
              <a:gd name="connsiteX49" fmla="*/ 12191696 w 12192000"/>
              <a:gd name="connsiteY49" fmla="*/ 2802467 h 2802467"/>
              <a:gd name="connsiteX50" fmla="*/ 0 w 12192000"/>
              <a:gd name="connsiteY50" fmla="*/ 2802467 h 2802467"/>
              <a:gd name="connsiteX51" fmla="*/ 0 w 12192000"/>
              <a:gd name="connsiteY51" fmla="*/ 2236410 h 2802467"/>
              <a:gd name="connsiteX52" fmla="*/ 1 w 12192000"/>
              <a:gd name="connsiteY52" fmla="*/ 2236410 h 2802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2192000" h="2802467">
                <a:moveTo>
                  <a:pt x="1" y="0"/>
                </a:moveTo>
                <a:lnTo>
                  <a:pt x="71932" y="12261"/>
                </a:lnTo>
                <a:lnTo>
                  <a:pt x="282848" y="48342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6"/>
                </a:lnTo>
                <a:lnTo>
                  <a:pt x="2672421" y="349608"/>
                </a:lnTo>
                <a:lnTo>
                  <a:pt x="3057678" y="383587"/>
                </a:lnTo>
                <a:lnTo>
                  <a:pt x="3464881" y="414415"/>
                </a:lnTo>
                <a:lnTo>
                  <a:pt x="3889152" y="443840"/>
                </a:lnTo>
                <a:lnTo>
                  <a:pt x="4331710" y="471515"/>
                </a:lnTo>
                <a:lnTo>
                  <a:pt x="4558476" y="481323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6" y="521259"/>
                </a:lnTo>
                <a:lnTo>
                  <a:pt x="5995877" y="525462"/>
                </a:lnTo>
                <a:lnTo>
                  <a:pt x="6247026" y="525462"/>
                </a:lnTo>
                <a:lnTo>
                  <a:pt x="6500613" y="527564"/>
                </a:lnTo>
                <a:lnTo>
                  <a:pt x="6756639" y="525462"/>
                </a:lnTo>
                <a:lnTo>
                  <a:pt x="7016322" y="521259"/>
                </a:lnTo>
                <a:lnTo>
                  <a:pt x="7276005" y="517405"/>
                </a:lnTo>
                <a:lnTo>
                  <a:pt x="7539345" y="508998"/>
                </a:lnTo>
                <a:lnTo>
                  <a:pt x="7805124" y="500240"/>
                </a:lnTo>
                <a:lnTo>
                  <a:pt x="8070903" y="490081"/>
                </a:lnTo>
                <a:lnTo>
                  <a:pt x="8339121" y="475719"/>
                </a:lnTo>
                <a:lnTo>
                  <a:pt x="8609776" y="458553"/>
                </a:lnTo>
                <a:lnTo>
                  <a:pt x="8881651" y="442089"/>
                </a:lnTo>
                <a:lnTo>
                  <a:pt x="9153526" y="421070"/>
                </a:lnTo>
                <a:lnTo>
                  <a:pt x="9429058" y="395848"/>
                </a:lnTo>
                <a:lnTo>
                  <a:pt x="9700933" y="370626"/>
                </a:lnTo>
                <a:lnTo>
                  <a:pt x="9977684" y="341550"/>
                </a:lnTo>
                <a:lnTo>
                  <a:pt x="10255655" y="309672"/>
                </a:lnTo>
                <a:lnTo>
                  <a:pt x="10529968" y="276043"/>
                </a:lnTo>
                <a:lnTo>
                  <a:pt x="10807939" y="236808"/>
                </a:lnTo>
                <a:lnTo>
                  <a:pt x="11084690" y="194771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236410"/>
                </a:lnTo>
                <a:lnTo>
                  <a:pt x="12192000" y="2236410"/>
                </a:lnTo>
                <a:lnTo>
                  <a:pt x="12192000" y="2802467"/>
                </a:lnTo>
                <a:lnTo>
                  <a:pt x="12191696" y="2802467"/>
                </a:lnTo>
                <a:lnTo>
                  <a:pt x="0" y="2802467"/>
                </a:lnTo>
                <a:lnTo>
                  <a:pt x="0" y="2236410"/>
                </a:lnTo>
                <a:lnTo>
                  <a:pt x="1" y="223641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6A81FF-6A0F-FDB7-922A-FA6DEF21D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505" y="623571"/>
            <a:ext cx="10260990" cy="352388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8000" b="0" i="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Conclusion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6C1DF2-16E5-A5DE-1F30-0287F14187A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571" y="4588720"/>
            <a:ext cx="9421041" cy="2286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988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0DDB761489D604B9634D703506F6886" ma:contentTypeVersion="14" ma:contentTypeDescription="Create a new document." ma:contentTypeScope="" ma:versionID="c7dd4f68500952f394b34f81bd2323c4">
  <xsd:schema xmlns:xsd="http://www.w3.org/2001/XMLSchema" xmlns:xs="http://www.w3.org/2001/XMLSchema" xmlns:p="http://schemas.microsoft.com/office/2006/metadata/properties" xmlns:ns3="54c9398e-3752-41c9-8475-bec6fe227e22" xmlns:ns4="327c30cf-d93e-485e-8194-430c54b7ac30" targetNamespace="http://schemas.microsoft.com/office/2006/metadata/properties" ma:root="true" ma:fieldsID="d60c9e6bcf4dff159443125500fe124c" ns3:_="" ns4:_="">
    <xsd:import namespace="54c9398e-3752-41c9-8475-bec6fe227e22"/>
    <xsd:import namespace="327c30cf-d93e-485e-8194-430c54b7ac3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_activity" minOccurs="0"/>
                <xsd:element ref="ns3:MediaServiceSearchProperties" minOccurs="0"/>
                <xsd:element ref="ns3:MediaServiceDateTaken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c9398e-3752-41c9-8475-bec6fe227e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8" nillable="true" ma:displayName="_activity" ma:hidden="true" ma:internalName="_activity">
      <xsd:simpleType>
        <xsd:restriction base="dms:Note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7c30cf-d93e-485e-8194-430c54b7ac30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4c9398e-3752-41c9-8475-bec6fe227e22" xsi:nil="true"/>
  </documentManagement>
</p:properties>
</file>

<file path=customXml/itemProps1.xml><?xml version="1.0" encoding="utf-8"?>
<ds:datastoreItem xmlns:ds="http://schemas.openxmlformats.org/officeDocument/2006/customXml" ds:itemID="{72201F81-DDB2-4BD2-A789-6E2070302A7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53DD222-7BCD-433D-BA9D-E97B95F848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4c9398e-3752-41c9-8475-bec6fe227e22"/>
    <ds:schemaRef ds:uri="327c30cf-d93e-485e-8194-430c54b7ac3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59DD88B-8158-45AE-B2F2-BA643FD763BE}">
  <ds:schemaRefs>
    <ds:schemaRef ds:uri="http://purl.org/dc/dcmitype/"/>
    <ds:schemaRef ds:uri="http://purl.org/dc/elements/1.1/"/>
    <ds:schemaRef ds:uri="http://schemas.openxmlformats.org/package/2006/metadata/core-properties"/>
    <ds:schemaRef ds:uri="http://purl.org/dc/terms/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327c30cf-d93e-485e-8194-430c54b7ac30"/>
    <ds:schemaRef ds:uri="54c9398e-3752-41c9-8475-bec6fe227e22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78</TotalTime>
  <Words>97</Words>
  <Application>Microsoft Office PowerPoint</Application>
  <PresentationFormat>Widescreen</PresentationFormat>
  <Paragraphs>15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Century Gothic</vt:lpstr>
      <vt:lpstr>Wingdings 3</vt:lpstr>
      <vt:lpstr>Ion</vt:lpstr>
      <vt:lpstr>Weekly Report 2</vt:lpstr>
      <vt:lpstr>Visual Representation</vt:lpstr>
      <vt:lpstr>Gui Engine Change</vt:lpstr>
      <vt:lpstr>Issues Faced this week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Clayton Sanner</dc:creator>
  <cp:lastModifiedBy>Clayton Sanner</cp:lastModifiedBy>
  <cp:revision>1</cp:revision>
  <dcterms:created xsi:type="dcterms:W3CDTF">2026-02-03T22:17:27Z</dcterms:created>
  <dcterms:modified xsi:type="dcterms:W3CDTF">2026-02-04T02:17:21Z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0x01010050DDB761489D604B9634D703506F6886</vt:lpwstr>
  </property>
</Properties>
</file>