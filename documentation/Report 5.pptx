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ewsreader"/>
      <p:regular r:id="rId12"/>
      <p:bold r:id="rId13"/>
      <p:italic r:id="rId14"/>
      <p:boldItalic r:id="rId15"/>
    </p:embeddedFont>
    <p:embeddedFont>
      <p:font typeface="DM Sans Light"/>
      <p:regular r:id="rId16"/>
      <p:bold r:id="rId17"/>
      <p:italic r:id="rId18"/>
      <p:boldItalic r:id="rId19"/>
    </p:embeddedFont>
    <p:embeddedFont>
      <p:font typeface="DM Sans SemiBold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  <p:embeddedFont>
      <p:font typeface="Newsreader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boldItalic.fntdata"/><Relationship Id="rId30" Type="http://schemas.openxmlformats.org/officeDocument/2006/relationships/font" Target="fonts/NewsreaderSemiBold-italic.fntdata"/><Relationship Id="rId20" Type="http://schemas.openxmlformats.org/officeDocument/2006/relationships/font" Target="fonts/DMSansSemiBold-regular.fntdata"/><Relationship Id="rId22" Type="http://schemas.openxmlformats.org/officeDocument/2006/relationships/font" Target="fonts/DMSansSemiBold-italic.fntdata"/><Relationship Id="rId21" Type="http://schemas.openxmlformats.org/officeDocument/2006/relationships/font" Target="fonts/DMSansSemiBold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SemiBold-boldItalic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schemas.openxmlformats.org/officeDocument/2006/relationships/font" Target="fonts/NewsreaderSemiBold-regular.fntdata"/><Relationship Id="rId27" Type="http://schemas.openxmlformats.org/officeDocument/2006/relationships/font" Target="fonts/DMSans-boldItalic.fntdata"/><Relationship Id="rId29" Type="http://schemas.openxmlformats.org/officeDocument/2006/relationships/font" Target="fonts/Newsreader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ewsreader-bold.fntdata"/><Relationship Id="rId12" Type="http://schemas.openxmlformats.org/officeDocument/2006/relationships/font" Target="fonts/Newsreader-regular.fntdata"/><Relationship Id="rId15" Type="http://schemas.openxmlformats.org/officeDocument/2006/relationships/font" Target="fonts/Newsreader-boldItalic.fntdata"/><Relationship Id="rId14" Type="http://schemas.openxmlformats.org/officeDocument/2006/relationships/font" Target="fonts/Newsreader-italic.fntdata"/><Relationship Id="rId17" Type="http://schemas.openxmlformats.org/officeDocument/2006/relationships/font" Target="fonts/DMSansLight-bold.fntdata"/><Relationship Id="rId16" Type="http://schemas.openxmlformats.org/officeDocument/2006/relationships/font" Target="fonts/DMSansLight-regular.fntdata"/><Relationship Id="rId19" Type="http://schemas.openxmlformats.org/officeDocument/2006/relationships/font" Target="fonts/DMSansLight-boldItalic.fntdata"/><Relationship Id="rId18" Type="http://schemas.openxmlformats.org/officeDocument/2006/relationships/font" Target="fonts/DM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8db0b74eb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c8db0b74eb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c8db0b74eb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c8db0b74eb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Sickness, medical issues, and the loss of a teammate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manager progress</a:t>
            </a:r>
            <a:endParaRPr/>
          </a:p>
        </p:txBody>
      </p:sp>
      <p:sp>
        <p:nvSpPr>
          <p:cNvPr id="531" name="Google Shape;531;p69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34" name="Google Shape;534;p69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0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</a:t>
            </a:r>
            <a:r>
              <a:rPr lang="en"/>
              <a:t> wxWidgets: Events and Painting</a:t>
            </a:r>
            <a:endParaRPr/>
          </a:p>
        </p:txBody>
      </p:sp>
      <p:sp>
        <p:nvSpPr>
          <p:cNvPr id="540" name="Google Shape;540;p7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7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43" name="Google Shape;543;p70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7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71"/>
          <p:cNvSpPr txBox="1"/>
          <p:nvPr>
            <p:ph idx="3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1"/>
          <p:cNvSpPr txBox="1"/>
          <p:nvPr>
            <p:ph type="title"/>
          </p:nvPr>
        </p:nvSpPr>
        <p:spPr>
          <a:xfrm>
            <a:off x="719450" y="988550"/>
            <a:ext cx="77052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Goals for next week</a:t>
            </a:r>
            <a:endParaRPr i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to learn wxWidgets, finalize file manager</a:t>
            </a:r>
            <a:endParaRPr/>
          </a:p>
        </p:txBody>
      </p:sp>
      <p:pic>
        <p:nvPicPr>
          <p:cNvPr descr="The glass and metal facade of a skyscraper. " id="553" name="Google Shape;553;p71"/>
          <p:cNvPicPr preferRelativeResize="0"/>
          <p:nvPr/>
        </p:nvPicPr>
        <p:blipFill rotWithShape="1">
          <a:blip r:embed="rId3">
            <a:alphaModFix/>
          </a:blip>
          <a:srcRect b="782" l="22903" r="22914" t="1495"/>
          <a:stretch/>
        </p:blipFill>
        <p:spPr>
          <a:xfrm>
            <a:off x="3982600" y="2427950"/>
            <a:ext cx="1179000" cy="14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