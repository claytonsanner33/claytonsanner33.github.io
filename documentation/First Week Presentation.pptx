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3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7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8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1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7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5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7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8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5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7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5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8550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06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05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52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7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CDB1FA6-01C6-49C2-B111-B3824D5642E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02344-DF4D-435D-9A4D-611FCA38F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88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928C-CB51-CAC9-3CB0-D612030F7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Report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044BF-23F9-54DC-1CC8-756015E49F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Audio Workstation- Brandon Smith, Alice Bruce, Clayton Sanner</a:t>
            </a:r>
          </a:p>
        </p:txBody>
      </p:sp>
    </p:spTree>
    <p:extLst>
      <p:ext uri="{BB962C8B-B14F-4D97-AF65-F5344CB8AC3E}">
        <p14:creationId xmlns:p14="http://schemas.microsoft.com/office/powerpoint/2010/main" val="46281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8370-2E0E-96CE-7C96-D1278AD3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Brandon –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CA7910-752C-E4F9-00F9-ABC09EAB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the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  <a:p>
            <a:r>
              <a:rPr lang="en-US" dirty="0"/>
              <a:t>First Stage of program Development</a:t>
            </a:r>
          </a:p>
          <a:p>
            <a:r>
              <a:rPr lang="en-US" dirty="0"/>
              <a:t>How the MIDI file information is handled</a:t>
            </a:r>
          </a:p>
          <a:p>
            <a:r>
              <a:rPr lang="en-US" dirty="0"/>
              <a:t>Compilation error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838650-22FE-8524-748F-3ECCC41C4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1122680"/>
            <a:ext cx="4953000" cy="14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6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C0F7-FD4F-74A4-694B-851677FB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Alice Bruce – Peripheral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19D6-123C-6FE4-58E9-390A642C9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PortMidi</a:t>
            </a:r>
            <a:endParaRPr lang="en-US" dirty="0"/>
          </a:p>
          <a:p>
            <a:r>
              <a:rPr lang="en-US" dirty="0" err="1"/>
              <a:t>RtMidi</a:t>
            </a:r>
            <a:endParaRPr lang="en-US" dirty="0"/>
          </a:p>
          <a:p>
            <a:r>
              <a:rPr lang="en-US" dirty="0" err="1"/>
              <a:t>LibreMidi</a:t>
            </a:r>
            <a:endParaRPr lang="en-US" dirty="0"/>
          </a:p>
          <a:p>
            <a:r>
              <a:rPr lang="en-US" dirty="0"/>
              <a:t>Pros/Cons of each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9855A-F3C5-2C86-ECC0-B25C7E36F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862" y="1265925"/>
            <a:ext cx="3244613" cy="216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1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C1E4F-1F0C-B35A-0E08-EF036C3F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Clayton Sanner – Gantt Chart and Project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9BE8-76BE-178F-BA69-5B56584FA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Pages</a:t>
            </a:r>
          </a:p>
          <a:p>
            <a:r>
              <a:rPr lang="en-US" dirty="0"/>
              <a:t>Html5up template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Gantt Chart</a:t>
            </a:r>
          </a:p>
          <a:p>
            <a:r>
              <a:rPr lang="en-US" dirty="0"/>
              <a:t>https://claytonsanner33.github.io/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4F18F-43C5-5071-F3E5-53D3AB118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888" y="1152983"/>
            <a:ext cx="5648661" cy="252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511A7C-92CB-BF49-4BA9-9BC5A8F21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91" y="4639030"/>
            <a:ext cx="6601569" cy="15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2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53345-9FAC-B089-283B-B4C7E04C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310190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</TotalTime>
  <Words>73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Weekly Report 1</vt:lpstr>
      <vt:lpstr>Brandon – Github Repository</vt:lpstr>
      <vt:lpstr>Alice Bruce – Peripheral Libraries</vt:lpstr>
      <vt:lpstr>Clayton Sanner – Gantt Chart and Project Website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Sanner</dc:creator>
  <cp:lastModifiedBy>Clayton Sanner</cp:lastModifiedBy>
  <cp:revision>1</cp:revision>
  <dcterms:created xsi:type="dcterms:W3CDTF">2026-01-28T03:16:38Z</dcterms:created>
  <dcterms:modified xsi:type="dcterms:W3CDTF">2026-01-28T04:17:55Z</dcterms:modified>
</cp:coreProperties>
</file>